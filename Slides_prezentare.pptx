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8" r:id="rId1"/>
  </p:sldMasterIdLst>
  <p:notesMasterIdLst>
    <p:notesMasterId r:id="rId8"/>
  </p:notesMasterIdLst>
  <p:sldIdLst>
    <p:sldId id="256" r:id="rId2"/>
    <p:sldId id="298" r:id="rId3"/>
    <p:sldId id="309" r:id="rId4"/>
    <p:sldId id="310" r:id="rId5"/>
    <p:sldId id="311" r:id="rId6"/>
    <p:sldId id="312" r:id="rId7"/>
  </p:sldIdLst>
  <p:sldSz cx="9144000" cy="5143500" type="screen16x9"/>
  <p:notesSz cx="6858000" cy="9144000"/>
  <p:embeddedFontLst>
    <p:embeddedFont>
      <p:font typeface="Montserrat Light" panose="020B0604020202020204" charset="0"/>
      <p:regular r:id="rId9"/>
      <p:bold r:id="rId10"/>
      <p:italic r:id="rId11"/>
      <p:boldItalic r:id="rId12"/>
    </p:embeddedFont>
    <p:embeddedFont>
      <p:font typeface="Poppins" panose="020B0604020202020204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DEAFEA-549B-71C6-D5D9-91F370D4DA81}" v="17" dt="2024-01-20T15:23:02.357"/>
    <p1510:client id="{42285699-2579-F6FF-C426-ABF5C70BF0F5}" v="8" dt="2024-01-20T15:43:54.333"/>
    <p1510:client id="{CAE1392C-FCC6-A91D-AD2F-221723C5D7C5}" v="206" dt="2024-01-20T15:46:15.510"/>
  </p1510:revLst>
</p1510:revInfo>
</file>

<file path=ppt/tableStyles.xml><?xml version="1.0" encoding="utf-8"?>
<a:tblStyleLst xmlns:a="http://schemas.openxmlformats.org/drawingml/2006/main" def="{336AB89D-F5EC-4B56-A308-303C344C77D1}">
  <a:tblStyle styleId="{336AB89D-F5EC-4B56-A308-303C344C77D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57E30E5-1DB3-4595-BE70-43D435B19659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ĂRIOARA NICHITEAN" userId="S::marioara.nichitean@stud.ubbcluj.ro::daa70150-ad18-439f-8b0f-eb3cd71c4e63" providerId="AD" clId="Web-{CAE1392C-FCC6-A91D-AD2F-221723C5D7C5}"/>
    <pc:docChg chg="modSld">
      <pc:chgData name="MĂRIOARA NICHITEAN" userId="S::marioara.nichitean@stud.ubbcluj.ro::daa70150-ad18-439f-8b0f-eb3cd71c4e63" providerId="AD" clId="Web-{CAE1392C-FCC6-A91D-AD2F-221723C5D7C5}" dt="2024-01-20T15:46:15.510" v="105" actId="1076"/>
      <pc:docMkLst>
        <pc:docMk/>
      </pc:docMkLst>
      <pc:sldChg chg="addSp modSp">
        <pc:chgData name="MĂRIOARA NICHITEAN" userId="S::marioara.nichitean@stud.ubbcluj.ro::daa70150-ad18-439f-8b0f-eb3cd71c4e63" providerId="AD" clId="Web-{CAE1392C-FCC6-A91D-AD2F-221723C5D7C5}" dt="2024-01-20T15:46:15.510" v="105" actId="1076"/>
        <pc:sldMkLst>
          <pc:docMk/>
          <pc:sldMk cId="2800923459" sldId="312"/>
        </pc:sldMkLst>
        <pc:spChg chg="add mod">
          <ac:chgData name="MĂRIOARA NICHITEAN" userId="S::marioara.nichitean@stud.ubbcluj.ro::daa70150-ad18-439f-8b0f-eb3cd71c4e63" providerId="AD" clId="Web-{CAE1392C-FCC6-A91D-AD2F-221723C5D7C5}" dt="2024-01-20T15:46:15.510" v="105" actId="1076"/>
          <ac:spMkLst>
            <pc:docMk/>
            <pc:sldMk cId="2800923459" sldId="312"/>
            <ac:spMk id="2" creationId="{2DB4FC13-51DE-2EDC-E1FC-669D1E611A84}"/>
          </ac:spMkLst>
        </pc:spChg>
      </pc:sldChg>
    </pc:docChg>
  </pc:docChgLst>
  <pc:docChgLst>
    <pc:chgData name="BIANCA-ȘTEFANIA MUNTEANU" userId="S::bianca.stefania.munteanu@stud.ubbcluj.ro::87b722a4-5f2d-474e-80d0-a0df97a7a782" providerId="AD" clId="Web-{42285699-2579-F6FF-C426-ABF5C70BF0F5}"/>
    <pc:docChg chg="modSld">
      <pc:chgData name="BIANCA-ȘTEFANIA MUNTEANU" userId="S::bianca.stefania.munteanu@stud.ubbcluj.ro::87b722a4-5f2d-474e-80d0-a0df97a7a782" providerId="AD" clId="Web-{42285699-2579-F6FF-C426-ABF5C70BF0F5}" dt="2024-01-20T15:43:51.849" v="6" actId="20577"/>
      <pc:docMkLst>
        <pc:docMk/>
      </pc:docMkLst>
      <pc:sldChg chg="modSp">
        <pc:chgData name="BIANCA-ȘTEFANIA MUNTEANU" userId="S::bianca.stefania.munteanu@stud.ubbcluj.ro::87b722a4-5f2d-474e-80d0-a0df97a7a782" providerId="AD" clId="Web-{42285699-2579-F6FF-C426-ABF5C70BF0F5}" dt="2024-01-20T15:43:51.849" v="6" actId="20577"/>
        <pc:sldMkLst>
          <pc:docMk/>
          <pc:sldMk cId="1505905109" sldId="298"/>
        </pc:sldMkLst>
        <pc:spChg chg="mod">
          <ac:chgData name="BIANCA-ȘTEFANIA MUNTEANU" userId="S::bianca.stefania.munteanu@stud.ubbcluj.ro::87b722a4-5f2d-474e-80d0-a0df97a7a782" providerId="AD" clId="Web-{42285699-2579-F6FF-C426-ABF5C70BF0F5}" dt="2024-01-20T15:43:51.849" v="6" actId="20577"/>
          <ac:spMkLst>
            <pc:docMk/>
            <pc:sldMk cId="1505905109" sldId="298"/>
            <ac:spMk id="2" creationId="{7F4C154E-DC6E-B061-C8BB-2C491036310B}"/>
          </ac:spMkLst>
        </pc:spChg>
      </pc:sldChg>
    </pc:docChg>
  </pc:docChgLst>
  <pc:docChgLst>
    <pc:chgData name="BIANCA-ȘTEFANIA MUNTEANU" userId="S::bianca.stefania.munteanu@stud.ubbcluj.ro::87b722a4-5f2d-474e-80d0-a0df97a7a782" providerId="AD" clId="Web-{0ADEAFEA-549B-71C6-D5D9-91F370D4DA81}"/>
    <pc:docChg chg="delSld modSld">
      <pc:chgData name="BIANCA-ȘTEFANIA MUNTEANU" userId="S::bianca.stefania.munteanu@stud.ubbcluj.ro::87b722a4-5f2d-474e-80d0-a0df97a7a782" providerId="AD" clId="Web-{0ADEAFEA-549B-71C6-D5D9-91F370D4DA81}" dt="2024-01-20T15:23:02.357" v="8" actId="20577"/>
      <pc:docMkLst>
        <pc:docMk/>
      </pc:docMkLst>
      <pc:sldChg chg="del">
        <pc:chgData name="BIANCA-ȘTEFANIA MUNTEANU" userId="S::bianca.stefania.munteanu@stud.ubbcluj.ro::87b722a4-5f2d-474e-80d0-a0df97a7a782" providerId="AD" clId="Web-{0ADEAFEA-549B-71C6-D5D9-91F370D4DA81}" dt="2024-01-20T15:22:50.935" v="0"/>
        <pc:sldMkLst>
          <pc:docMk/>
          <pc:sldMk cId="0" sldId="265"/>
        </pc:sldMkLst>
      </pc:sldChg>
      <pc:sldChg chg="modSp">
        <pc:chgData name="BIANCA-ȘTEFANIA MUNTEANU" userId="S::bianca.stefania.munteanu@stud.ubbcluj.ro::87b722a4-5f2d-474e-80d0-a0df97a7a782" providerId="AD" clId="Web-{0ADEAFEA-549B-71C6-D5D9-91F370D4DA81}" dt="2024-01-20T15:23:02.357" v="8" actId="20577"/>
        <pc:sldMkLst>
          <pc:docMk/>
          <pc:sldMk cId="1912777547" sldId="309"/>
        </pc:sldMkLst>
        <pc:spChg chg="mod">
          <ac:chgData name="BIANCA-ȘTEFANIA MUNTEANU" userId="S::bianca.stefania.munteanu@stud.ubbcluj.ro::87b722a4-5f2d-474e-80d0-a0df97a7a782" providerId="AD" clId="Web-{0ADEAFEA-549B-71C6-D5D9-91F370D4DA81}" dt="2024-01-20T15:23:02.357" v="8" actId="20577"/>
          <ac:spMkLst>
            <pc:docMk/>
            <pc:sldMk cId="1912777547" sldId="309"/>
            <ac:spMk id="4" creationId="{8008F416-28AF-1D3C-1E06-704ABE0CA737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02T22:35:41.47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29 401 24575,'679'0'0,"-646"1"0,45 9 0,-45-5 0,44 1 0,60 5 0,13-1 0,-139-10 0,1 0 0,-1-1 0,0 0 0,1 0 0,-1-1 0,13-5 0,-20 6 0,-1-1 0,1 0 0,-1 0 0,0 0 0,0 0 0,0 0 0,0-1 0,0 1 0,-1-1 0,1 0 0,-1 0 0,0 0 0,1 0 0,-1 0 0,-1-1 0,1 1 0,0-1 0,-1 1 0,0-1 0,0 1 0,0-1 0,1-6 0,-1 4 0,-1-1 0,1 0 0,-1 0 0,-1 1 0,1-1 0,-1 0 0,-1 0 0,1 1 0,-1-1 0,0 1 0,0-1 0,-1 1 0,0 0 0,0 0 0,0 0 0,-1 0 0,0 1 0,0-1 0,-1 1 0,1 0 0,-1 0 0,0 1 0,-10-8 0,4 4 0,1 1 0,-1 0 0,-1 1 0,1 0 0,-1 0 0,0 1 0,0 1 0,-1 0 0,1 1 0,-1 0 0,-24-1 0,-61-7 0,64 7 0,-46-2 0,-53 4 0,-136 5 0,251 0 0,0 0 0,1 1 0,-21 8 0,-41 9 0,12-11 0,-119 1 0,167-10 0,15 0 0,-1-1 0,1 1 0,-1-1 0,0 0 0,1 0 0,-1-1 0,0 1 0,1-1 0,-1 0 0,1 0 0,-1-1 0,1 1 0,-8-5 0,12 6 0,0-1 0,-1 0 0,1 0 0,0 0 0,0 1 0,0-1 0,0 0 0,0 0 0,0 0 0,0 0 0,0 0 0,0 1 0,0-1 0,0 0 0,0 0 0,1 0 0,-1 0 0,0 1 0,1-1 0,-1 0 0,0 0 0,1 1 0,-1-1 0,1 0 0,-1 1 0,1-1 0,0 0 0,-1 1 0,1-1 0,0 1 0,-1-1 0,1 1 0,0-1 0,0 1 0,-1-1 0,2 1 0,33-22 0,-33 21 0,25-14 0,1 1 0,0 2 0,1 0 0,0 2 0,1 1 0,0 2 0,45-6 0,-66 11 0,-1 1 0,0-1 0,0-1 0,0 0 0,12-5 0,-14 5 0,0 0 0,0 0 0,0 1 0,0 0 0,0 0 0,0 1 0,0 0 0,1 0 0,-1 0 0,0 1 0,1 0 0,6 1 0,69 15 0,-47-8 0,0-2 0,67 4 0,-86-9 0,-1 0 0,1 1 0,-1 1 0,0 0 0,0 1 0,0 1 0,0 0 0,-1 1 0,1 1 0,-2 0 0,1 1 0,-1 0 0,0 1 0,-1 1 0,0 0 0,0 0 0,-1 1 0,-1 1 0,0 0 0,0 0 0,14 26 0,-23-35-114,1 0 1,-1 1-1,0 0 0,0-1 0,0 1 1,0-1-1,-1 1 0,1 0 0,-1 0 1,0-1-1,-1 7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5f391192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35f391192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80857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5f391192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35f391192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27014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5f391192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35f391192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247975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5f391192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35f391192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46198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5f391192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35f391192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49682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 flipH="1">
            <a:off x="912725" y="0"/>
            <a:ext cx="8231275" cy="4331550"/>
            <a:chOff x="0" y="0"/>
            <a:chExt cx="8231275" cy="4331550"/>
          </a:xfrm>
        </p:grpSpPr>
        <p:pic>
          <p:nvPicPr>
            <p:cNvPr id="11" name="Google Shape;11;p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85975" y="3434875"/>
              <a:ext cx="1371975" cy="8966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" name="Google Shape;12;p2"/>
            <p:cNvGrpSpPr/>
            <p:nvPr/>
          </p:nvGrpSpPr>
          <p:grpSpPr>
            <a:xfrm>
              <a:off x="0" y="2747250"/>
              <a:ext cx="3429750" cy="896675"/>
              <a:chOff x="0" y="0"/>
              <a:chExt cx="3429750" cy="896675"/>
            </a:xfrm>
          </p:grpSpPr>
          <p:pic>
            <p:nvPicPr>
              <p:cNvPr id="13" name="Google Shape;13;p2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4" name="Google Shape;14;p2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5" name="Google Shape;15;p2"/>
            <p:cNvGrpSpPr/>
            <p:nvPr/>
          </p:nvGrpSpPr>
          <p:grpSpPr>
            <a:xfrm>
              <a:off x="685975" y="2061250"/>
              <a:ext cx="3429750" cy="896675"/>
              <a:chOff x="0" y="0"/>
              <a:chExt cx="3429750" cy="896675"/>
            </a:xfrm>
          </p:grpSpPr>
          <p:pic>
            <p:nvPicPr>
              <p:cNvPr id="16" name="Google Shape;16;p2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" name="Google Shape;17;p2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8" name="Google Shape;18;p2"/>
            <p:cNvGrpSpPr/>
            <p:nvPr/>
          </p:nvGrpSpPr>
          <p:grpSpPr>
            <a:xfrm>
              <a:off x="0" y="1373625"/>
              <a:ext cx="3429750" cy="896675"/>
              <a:chOff x="0" y="0"/>
              <a:chExt cx="3429750" cy="896675"/>
            </a:xfrm>
          </p:grpSpPr>
          <p:pic>
            <p:nvPicPr>
              <p:cNvPr id="19" name="Google Shape;19;p2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0" name="Google Shape;20;p2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1" name="Google Shape;21;p2"/>
            <p:cNvGrpSpPr/>
            <p:nvPr/>
          </p:nvGrpSpPr>
          <p:grpSpPr>
            <a:xfrm>
              <a:off x="685975" y="687625"/>
              <a:ext cx="7545300" cy="896675"/>
              <a:chOff x="0" y="0"/>
              <a:chExt cx="7545300" cy="896675"/>
            </a:xfrm>
          </p:grpSpPr>
          <p:pic>
            <p:nvPicPr>
              <p:cNvPr id="22" name="Google Shape;22;p2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3" name="Google Shape;23;p2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" name="Google Shape;24;p2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5" name="Google Shape;25;p2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617332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6" name="Google Shape;26;p2"/>
            <p:cNvGrpSpPr/>
            <p:nvPr/>
          </p:nvGrpSpPr>
          <p:grpSpPr>
            <a:xfrm>
              <a:off x="0" y="0"/>
              <a:ext cx="7545300" cy="896675"/>
              <a:chOff x="0" y="0"/>
              <a:chExt cx="7545300" cy="896675"/>
            </a:xfrm>
          </p:grpSpPr>
          <p:pic>
            <p:nvPicPr>
              <p:cNvPr id="27" name="Google Shape;27;p2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" name="Google Shape;28;p2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" name="Google Shape;29;p2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0" name="Google Shape;30;p2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617332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31" name="Google Shape;31;p2"/>
          <p:cNvSpPr txBox="1">
            <a:spLocks noGrp="1"/>
          </p:cNvSpPr>
          <p:nvPr>
            <p:ph type="ctrTitle"/>
          </p:nvPr>
        </p:nvSpPr>
        <p:spPr>
          <a:xfrm>
            <a:off x="2027622" y="1953315"/>
            <a:ext cx="5073300" cy="115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32" name="Google Shape;32;p2"/>
          <p:cNvGrpSpPr/>
          <p:nvPr/>
        </p:nvGrpSpPr>
        <p:grpSpPr>
          <a:xfrm flipH="1">
            <a:off x="0" y="3088098"/>
            <a:ext cx="4115725" cy="2270300"/>
            <a:chOff x="4115550" y="2061250"/>
            <a:chExt cx="4115725" cy="2270300"/>
          </a:xfrm>
        </p:grpSpPr>
        <p:grpSp>
          <p:nvGrpSpPr>
            <p:cNvPr id="33" name="Google Shape;33;p2"/>
            <p:cNvGrpSpPr/>
            <p:nvPr/>
          </p:nvGrpSpPr>
          <p:grpSpPr>
            <a:xfrm>
              <a:off x="4801525" y="3434875"/>
              <a:ext cx="3429750" cy="896675"/>
              <a:chOff x="4115550" y="0"/>
              <a:chExt cx="3429750" cy="896675"/>
            </a:xfrm>
          </p:grpSpPr>
          <p:pic>
            <p:nvPicPr>
              <p:cNvPr id="34" name="Google Shape;34;p2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5" name="Google Shape;35;p2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617332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6" name="Google Shape;36;p2"/>
            <p:cNvGrpSpPr/>
            <p:nvPr/>
          </p:nvGrpSpPr>
          <p:grpSpPr>
            <a:xfrm>
              <a:off x="4115550" y="2747250"/>
              <a:ext cx="3429750" cy="896675"/>
              <a:chOff x="4115550" y="0"/>
              <a:chExt cx="3429750" cy="896675"/>
            </a:xfrm>
          </p:grpSpPr>
          <p:pic>
            <p:nvPicPr>
              <p:cNvPr id="37" name="Google Shape;37;p2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8" name="Google Shape;38;p2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617332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39" name="Google Shape;39;p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859300" y="2061250"/>
              <a:ext cx="1371975" cy="8966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oogle Shape;41;p3"/>
          <p:cNvGrpSpPr/>
          <p:nvPr/>
        </p:nvGrpSpPr>
        <p:grpSpPr>
          <a:xfrm flipH="1">
            <a:off x="912725" y="0"/>
            <a:ext cx="8231275" cy="4331550"/>
            <a:chOff x="0" y="0"/>
            <a:chExt cx="8231275" cy="4331550"/>
          </a:xfrm>
        </p:grpSpPr>
        <p:pic>
          <p:nvPicPr>
            <p:cNvPr id="42" name="Google Shape;42;p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85975" y="3434875"/>
              <a:ext cx="1371975" cy="8966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3" name="Google Shape;43;p3"/>
            <p:cNvGrpSpPr/>
            <p:nvPr/>
          </p:nvGrpSpPr>
          <p:grpSpPr>
            <a:xfrm>
              <a:off x="0" y="2747250"/>
              <a:ext cx="3429750" cy="896675"/>
              <a:chOff x="0" y="0"/>
              <a:chExt cx="3429750" cy="896675"/>
            </a:xfrm>
          </p:grpSpPr>
          <p:pic>
            <p:nvPicPr>
              <p:cNvPr id="44" name="Google Shape;44;p3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5" name="Google Shape;45;p3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6" name="Google Shape;46;p3"/>
            <p:cNvGrpSpPr/>
            <p:nvPr/>
          </p:nvGrpSpPr>
          <p:grpSpPr>
            <a:xfrm>
              <a:off x="685975" y="2061250"/>
              <a:ext cx="3429750" cy="896675"/>
              <a:chOff x="0" y="0"/>
              <a:chExt cx="3429750" cy="896675"/>
            </a:xfrm>
          </p:grpSpPr>
          <p:pic>
            <p:nvPicPr>
              <p:cNvPr id="47" name="Google Shape;47;p3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8" name="Google Shape;48;p3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9" name="Google Shape;49;p3"/>
            <p:cNvGrpSpPr/>
            <p:nvPr/>
          </p:nvGrpSpPr>
          <p:grpSpPr>
            <a:xfrm>
              <a:off x="0" y="1373625"/>
              <a:ext cx="3429750" cy="896675"/>
              <a:chOff x="0" y="0"/>
              <a:chExt cx="3429750" cy="896675"/>
            </a:xfrm>
          </p:grpSpPr>
          <p:pic>
            <p:nvPicPr>
              <p:cNvPr id="50" name="Google Shape;50;p3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1" name="Google Shape;51;p3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52" name="Google Shape;52;p3"/>
            <p:cNvGrpSpPr/>
            <p:nvPr/>
          </p:nvGrpSpPr>
          <p:grpSpPr>
            <a:xfrm>
              <a:off x="685975" y="687625"/>
              <a:ext cx="7545300" cy="896675"/>
              <a:chOff x="0" y="0"/>
              <a:chExt cx="7545300" cy="896675"/>
            </a:xfrm>
          </p:grpSpPr>
          <p:pic>
            <p:nvPicPr>
              <p:cNvPr id="53" name="Google Shape;53;p3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4" name="Google Shape;54;p3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5" name="Google Shape;55;p3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6" name="Google Shape;56;p3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617332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57" name="Google Shape;57;p3"/>
            <p:cNvGrpSpPr/>
            <p:nvPr/>
          </p:nvGrpSpPr>
          <p:grpSpPr>
            <a:xfrm>
              <a:off x="0" y="0"/>
              <a:ext cx="7545300" cy="896675"/>
              <a:chOff x="0" y="0"/>
              <a:chExt cx="7545300" cy="896675"/>
            </a:xfrm>
          </p:grpSpPr>
          <p:pic>
            <p:nvPicPr>
              <p:cNvPr id="58" name="Google Shape;58;p3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9" name="Google Shape;59;p3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0" name="Google Shape;60;p3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1" name="Google Shape;61;p3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617332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62" name="Google Shape;62;p3"/>
          <p:cNvGrpSpPr/>
          <p:nvPr/>
        </p:nvGrpSpPr>
        <p:grpSpPr>
          <a:xfrm flipH="1">
            <a:off x="0" y="3088098"/>
            <a:ext cx="4115725" cy="2270300"/>
            <a:chOff x="4115550" y="2061250"/>
            <a:chExt cx="4115725" cy="2270300"/>
          </a:xfrm>
        </p:grpSpPr>
        <p:grpSp>
          <p:nvGrpSpPr>
            <p:cNvPr id="63" name="Google Shape;63;p3"/>
            <p:cNvGrpSpPr/>
            <p:nvPr/>
          </p:nvGrpSpPr>
          <p:grpSpPr>
            <a:xfrm>
              <a:off x="4801525" y="3434875"/>
              <a:ext cx="3429750" cy="896675"/>
              <a:chOff x="4115550" y="0"/>
              <a:chExt cx="3429750" cy="896675"/>
            </a:xfrm>
          </p:grpSpPr>
          <p:pic>
            <p:nvPicPr>
              <p:cNvPr id="64" name="Google Shape;64;p3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5" name="Google Shape;65;p3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617332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66" name="Google Shape;66;p3"/>
            <p:cNvGrpSpPr/>
            <p:nvPr/>
          </p:nvGrpSpPr>
          <p:grpSpPr>
            <a:xfrm>
              <a:off x="4115550" y="2747250"/>
              <a:ext cx="3429750" cy="896675"/>
              <a:chOff x="4115550" y="0"/>
              <a:chExt cx="3429750" cy="896675"/>
            </a:xfrm>
          </p:grpSpPr>
          <p:pic>
            <p:nvPicPr>
              <p:cNvPr id="67" name="Google Shape;67;p3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8" name="Google Shape;68;p3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617332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69" name="Google Shape;69;p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859300" y="2061250"/>
              <a:ext cx="1371975" cy="8966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0" name="Google Shape;70;p3"/>
          <p:cNvSpPr txBox="1">
            <a:spLocks noGrp="1"/>
          </p:cNvSpPr>
          <p:nvPr>
            <p:ph type="ctrTitle"/>
          </p:nvPr>
        </p:nvSpPr>
        <p:spPr>
          <a:xfrm>
            <a:off x="2027625" y="1629397"/>
            <a:ext cx="5088600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71" name="Google Shape;71;p3"/>
          <p:cNvSpPr txBox="1">
            <a:spLocks noGrp="1"/>
          </p:cNvSpPr>
          <p:nvPr>
            <p:ph type="subTitle" idx="1"/>
          </p:nvPr>
        </p:nvSpPr>
        <p:spPr>
          <a:xfrm>
            <a:off x="2027625" y="2886101"/>
            <a:ext cx="5088600" cy="78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oogle Shape;115;p5"/>
          <p:cNvGrpSpPr/>
          <p:nvPr/>
        </p:nvGrpSpPr>
        <p:grpSpPr>
          <a:xfrm flipH="1">
            <a:off x="4363774" y="-3213"/>
            <a:ext cx="4780226" cy="2116171"/>
            <a:chOff x="0" y="0"/>
            <a:chExt cx="5072935" cy="2245751"/>
          </a:xfrm>
        </p:grpSpPr>
        <p:pic>
          <p:nvPicPr>
            <p:cNvPr id="116" name="Google Shape;116;p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0" y="1693130"/>
              <a:ext cx="845548" cy="5526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7" name="Google Shape;117;p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422766" y="1270348"/>
              <a:ext cx="845548" cy="55262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18" name="Google Shape;118;p5"/>
            <p:cNvGrpSpPr/>
            <p:nvPr/>
          </p:nvGrpSpPr>
          <p:grpSpPr>
            <a:xfrm>
              <a:off x="0" y="846565"/>
              <a:ext cx="3381962" cy="552621"/>
              <a:chOff x="0" y="0"/>
              <a:chExt cx="5487525" cy="896675"/>
            </a:xfrm>
          </p:grpSpPr>
          <p:pic>
            <p:nvPicPr>
              <p:cNvPr id="119" name="Google Shape;119;p5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0" name="Google Shape;120;p5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1" name="Google Shape;121;p5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22" name="Google Shape;122;p5"/>
            <p:cNvGrpSpPr/>
            <p:nvPr/>
          </p:nvGrpSpPr>
          <p:grpSpPr>
            <a:xfrm>
              <a:off x="422766" y="423783"/>
              <a:ext cx="4650168" cy="552621"/>
              <a:chOff x="0" y="0"/>
              <a:chExt cx="7545300" cy="896675"/>
            </a:xfrm>
          </p:grpSpPr>
          <p:pic>
            <p:nvPicPr>
              <p:cNvPr id="123" name="Google Shape;123;p5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4" name="Google Shape;124;p5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5" name="Google Shape;125;p5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6" name="Google Shape;126;p5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617332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27" name="Google Shape;127;p5"/>
            <p:cNvGrpSpPr/>
            <p:nvPr/>
          </p:nvGrpSpPr>
          <p:grpSpPr>
            <a:xfrm>
              <a:off x="0" y="0"/>
              <a:ext cx="4650168" cy="552621"/>
              <a:chOff x="0" y="0"/>
              <a:chExt cx="7545300" cy="896675"/>
            </a:xfrm>
          </p:grpSpPr>
          <p:pic>
            <p:nvPicPr>
              <p:cNvPr id="128" name="Google Shape;128;p5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9" name="Google Shape;129;p5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0" name="Google Shape;130;p5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1" name="Google Shape;131;p5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617332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32" name="Google Shape;132;p5"/>
          <p:cNvGrpSpPr/>
          <p:nvPr/>
        </p:nvGrpSpPr>
        <p:grpSpPr>
          <a:xfrm flipH="1">
            <a:off x="6" y="3953174"/>
            <a:ext cx="2390164" cy="1318453"/>
            <a:chOff x="6607482" y="3879952"/>
            <a:chExt cx="2536521" cy="1399186"/>
          </a:xfrm>
        </p:grpSpPr>
        <p:grpSp>
          <p:nvGrpSpPr>
            <p:cNvPr id="133" name="Google Shape;133;p5"/>
            <p:cNvGrpSpPr/>
            <p:nvPr/>
          </p:nvGrpSpPr>
          <p:grpSpPr>
            <a:xfrm>
              <a:off x="6607482" y="4726517"/>
              <a:ext cx="2113755" cy="552621"/>
              <a:chOff x="2057775" y="0"/>
              <a:chExt cx="3429750" cy="896675"/>
            </a:xfrm>
          </p:grpSpPr>
          <p:pic>
            <p:nvPicPr>
              <p:cNvPr id="134" name="Google Shape;134;p5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5" name="Google Shape;135;p5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36" name="Google Shape;136;p5"/>
            <p:cNvGrpSpPr/>
            <p:nvPr/>
          </p:nvGrpSpPr>
          <p:grpSpPr>
            <a:xfrm>
              <a:off x="7030248" y="4303735"/>
              <a:ext cx="2113755" cy="552621"/>
              <a:chOff x="2057775" y="0"/>
              <a:chExt cx="3429750" cy="896675"/>
            </a:xfrm>
          </p:grpSpPr>
          <p:pic>
            <p:nvPicPr>
              <p:cNvPr id="137" name="Google Shape;137;p5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8" name="Google Shape;138;p5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39" name="Google Shape;139;p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875688" y="3879952"/>
              <a:ext cx="845548" cy="5526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0" name="Google Shape;140;p5"/>
          <p:cNvSpPr txBox="1">
            <a:spLocks noGrp="1"/>
          </p:cNvSpPr>
          <p:nvPr>
            <p:ph type="title"/>
          </p:nvPr>
        </p:nvSpPr>
        <p:spPr>
          <a:xfrm>
            <a:off x="776450" y="402700"/>
            <a:ext cx="3587400" cy="856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5"/>
          <p:cNvSpPr txBox="1">
            <a:spLocks noGrp="1"/>
          </p:cNvSpPr>
          <p:nvPr>
            <p:ph type="body" idx="1"/>
          </p:nvPr>
        </p:nvSpPr>
        <p:spPr>
          <a:xfrm>
            <a:off x="776450" y="1524375"/>
            <a:ext cx="7591200" cy="293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❑"/>
              <a:defRPr/>
            </a:lvl1pPr>
            <a:lvl2pPr marL="914400" lvl="1" indent="-355600">
              <a:spcBef>
                <a:spcPts val="600"/>
              </a:spcBef>
              <a:spcAft>
                <a:spcPts val="0"/>
              </a:spcAft>
              <a:buSzPts val="2000"/>
              <a:buChar char="❏"/>
              <a:defRPr/>
            </a:lvl2pPr>
            <a:lvl3pPr marL="1371600" lvl="2" indent="-355600">
              <a:spcBef>
                <a:spcPts val="600"/>
              </a:spcBef>
              <a:spcAft>
                <a:spcPts val="0"/>
              </a:spcAft>
              <a:buSzPts val="2000"/>
              <a:buChar char="❏"/>
              <a:defRPr/>
            </a:lvl3pPr>
            <a:lvl4pPr marL="1828800" lvl="3" indent="-355600">
              <a:spcBef>
                <a:spcPts val="600"/>
              </a:spcBef>
              <a:spcAft>
                <a:spcPts val="0"/>
              </a:spcAft>
              <a:buSzPts val="2000"/>
              <a:buChar char="❏"/>
              <a:defRPr/>
            </a:lvl4pPr>
            <a:lvl5pPr marL="2286000" lvl="4" indent="-355600">
              <a:spcBef>
                <a:spcPts val="600"/>
              </a:spcBef>
              <a:spcAft>
                <a:spcPts val="0"/>
              </a:spcAft>
              <a:buSzPts val="2000"/>
              <a:buChar char="❏"/>
              <a:defRPr/>
            </a:lvl5pPr>
            <a:lvl6pPr marL="2743200" lvl="5" indent="-355600">
              <a:spcBef>
                <a:spcPts val="600"/>
              </a:spcBef>
              <a:spcAft>
                <a:spcPts val="0"/>
              </a:spcAft>
              <a:buSzPts val="2000"/>
              <a:buChar char="❏"/>
              <a:defRPr/>
            </a:lvl6pPr>
            <a:lvl7pPr marL="3200400" lvl="6" indent="-355600">
              <a:spcBef>
                <a:spcPts val="600"/>
              </a:spcBef>
              <a:spcAft>
                <a:spcPts val="0"/>
              </a:spcAft>
              <a:buSzPts val="2000"/>
              <a:buChar char="❏"/>
              <a:defRPr/>
            </a:lvl7pPr>
            <a:lvl8pPr marL="3657600" lvl="7" indent="-355600">
              <a:spcBef>
                <a:spcPts val="600"/>
              </a:spcBef>
              <a:spcAft>
                <a:spcPts val="0"/>
              </a:spcAft>
              <a:buSzPts val="2000"/>
              <a:buChar char="❏"/>
              <a:defRPr/>
            </a:lvl8pPr>
            <a:lvl9pPr marL="4114800" lvl="8" indent="-355600">
              <a:spcBef>
                <a:spcPts val="600"/>
              </a:spcBef>
              <a:spcAft>
                <a:spcPts val="0"/>
              </a:spcAft>
              <a:buSzPts val="2000"/>
              <a:buChar char="❏"/>
              <a:defRPr/>
            </a:lvl9pPr>
          </a:lstStyle>
          <a:p>
            <a:endParaRPr/>
          </a:p>
        </p:txBody>
      </p:sp>
      <p:sp>
        <p:nvSpPr>
          <p:cNvPr id="142" name="Google Shape;142;p5"/>
          <p:cNvSpPr txBox="1">
            <a:spLocks noGrp="1"/>
          </p:cNvSpPr>
          <p:nvPr>
            <p:ph type="sldNum" idx="12"/>
          </p:nvPr>
        </p:nvSpPr>
        <p:spPr>
          <a:xfrm>
            <a:off x="8729400" y="4734075"/>
            <a:ext cx="414600" cy="409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_AND_TWO_COLUMNS_1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oogle Shape;174;p7"/>
          <p:cNvGrpSpPr/>
          <p:nvPr/>
        </p:nvGrpSpPr>
        <p:grpSpPr>
          <a:xfrm flipH="1">
            <a:off x="4363774" y="-3213"/>
            <a:ext cx="4780226" cy="2116171"/>
            <a:chOff x="0" y="0"/>
            <a:chExt cx="5072935" cy="2245751"/>
          </a:xfrm>
        </p:grpSpPr>
        <p:pic>
          <p:nvPicPr>
            <p:cNvPr id="175" name="Google Shape;175;p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0" y="1693130"/>
              <a:ext cx="845548" cy="5526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6" name="Google Shape;176;p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422766" y="1270348"/>
              <a:ext cx="845548" cy="55262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77" name="Google Shape;177;p7"/>
            <p:cNvGrpSpPr/>
            <p:nvPr/>
          </p:nvGrpSpPr>
          <p:grpSpPr>
            <a:xfrm>
              <a:off x="0" y="846565"/>
              <a:ext cx="3381962" cy="552621"/>
              <a:chOff x="0" y="0"/>
              <a:chExt cx="5487525" cy="896675"/>
            </a:xfrm>
          </p:grpSpPr>
          <p:pic>
            <p:nvPicPr>
              <p:cNvPr id="178" name="Google Shape;178;p7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9" name="Google Shape;179;p7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0" name="Google Shape;180;p7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81" name="Google Shape;181;p7"/>
            <p:cNvGrpSpPr/>
            <p:nvPr/>
          </p:nvGrpSpPr>
          <p:grpSpPr>
            <a:xfrm>
              <a:off x="422766" y="423783"/>
              <a:ext cx="4650168" cy="552621"/>
              <a:chOff x="0" y="0"/>
              <a:chExt cx="7545300" cy="896675"/>
            </a:xfrm>
          </p:grpSpPr>
          <p:pic>
            <p:nvPicPr>
              <p:cNvPr id="182" name="Google Shape;182;p7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3" name="Google Shape;183;p7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4" name="Google Shape;184;p7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5" name="Google Shape;185;p7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617332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86" name="Google Shape;186;p7"/>
            <p:cNvGrpSpPr/>
            <p:nvPr/>
          </p:nvGrpSpPr>
          <p:grpSpPr>
            <a:xfrm>
              <a:off x="0" y="0"/>
              <a:ext cx="4650168" cy="552621"/>
              <a:chOff x="0" y="0"/>
              <a:chExt cx="7545300" cy="896675"/>
            </a:xfrm>
          </p:grpSpPr>
          <p:pic>
            <p:nvPicPr>
              <p:cNvPr id="187" name="Google Shape;187;p7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8" name="Google Shape;188;p7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9" name="Google Shape;189;p7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90" name="Google Shape;190;p7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617332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91" name="Google Shape;191;p7"/>
          <p:cNvGrpSpPr/>
          <p:nvPr/>
        </p:nvGrpSpPr>
        <p:grpSpPr>
          <a:xfrm flipH="1">
            <a:off x="6" y="3953174"/>
            <a:ext cx="2390164" cy="1318453"/>
            <a:chOff x="6607482" y="3879952"/>
            <a:chExt cx="2536521" cy="1399186"/>
          </a:xfrm>
        </p:grpSpPr>
        <p:grpSp>
          <p:nvGrpSpPr>
            <p:cNvPr id="192" name="Google Shape;192;p7"/>
            <p:cNvGrpSpPr/>
            <p:nvPr/>
          </p:nvGrpSpPr>
          <p:grpSpPr>
            <a:xfrm>
              <a:off x="6607482" y="4726517"/>
              <a:ext cx="2113755" cy="552621"/>
              <a:chOff x="2057775" y="0"/>
              <a:chExt cx="3429750" cy="896675"/>
            </a:xfrm>
          </p:grpSpPr>
          <p:pic>
            <p:nvPicPr>
              <p:cNvPr id="193" name="Google Shape;193;p7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94" name="Google Shape;194;p7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95" name="Google Shape;195;p7"/>
            <p:cNvGrpSpPr/>
            <p:nvPr/>
          </p:nvGrpSpPr>
          <p:grpSpPr>
            <a:xfrm>
              <a:off x="7030248" y="4303735"/>
              <a:ext cx="2113755" cy="552621"/>
              <a:chOff x="2057775" y="0"/>
              <a:chExt cx="3429750" cy="896675"/>
            </a:xfrm>
          </p:grpSpPr>
          <p:pic>
            <p:nvPicPr>
              <p:cNvPr id="196" name="Google Shape;196;p7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97" name="Google Shape;197;p7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98" name="Google Shape;198;p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875688" y="3879952"/>
              <a:ext cx="845548" cy="5526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9" name="Google Shape;199;p7"/>
          <p:cNvSpPr txBox="1">
            <a:spLocks noGrp="1"/>
          </p:cNvSpPr>
          <p:nvPr>
            <p:ph type="title"/>
          </p:nvPr>
        </p:nvSpPr>
        <p:spPr>
          <a:xfrm>
            <a:off x="776450" y="402700"/>
            <a:ext cx="3587400" cy="856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7"/>
          <p:cNvSpPr txBox="1">
            <a:spLocks noGrp="1"/>
          </p:cNvSpPr>
          <p:nvPr>
            <p:ph type="body" idx="1"/>
          </p:nvPr>
        </p:nvSpPr>
        <p:spPr>
          <a:xfrm>
            <a:off x="776450" y="1524375"/>
            <a:ext cx="2327700" cy="307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spcBef>
                <a:spcPts val="600"/>
              </a:spcBef>
              <a:spcAft>
                <a:spcPts val="0"/>
              </a:spcAft>
              <a:buSzPts val="1600"/>
              <a:buChar char="❑"/>
              <a:defRPr sz="1600"/>
            </a:lvl1pPr>
            <a:lvl2pPr marL="914400" lvl="1" indent="-330200" rtl="0">
              <a:spcBef>
                <a:spcPts val="600"/>
              </a:spcBef>
              <a:spcAft>
                <a:spcPts val="0"/>
              </a:spcAft>
              <a:buSzPts val="1600"/>
              <a:buChar char="❏"/>
              <a:defRPr sz="1600"/>
            </a:lvl2pPr>
            <a:lvl3pPr marL="1371600" lvl="2" indent="-330200" rtl="0">
              <a:spcBef>
                <a:spcPts val="600"/>
              </a:spcBef>
              <a:spcAft>
                <a:spcPts val="0"/>
              </a:spcAft>
              <a:buSzPts val="1600"/>
              <a:buChar char="❏"/>
              <a:defRPr sz="1600"/>
            </a:lvl3pPr>
            <a:lvl4pPr marL="1828800" lvl="3" indent="-330200" rtl="0">
              <a:spcBef>
                <a:spcPts val="600"/>
              </a:spcBef>
              <a:spcAft>
                <a:spcPts val="0"/>
              </a:spcAft>
              <a:buSzPts val="1600"/>
              <a:buChar char="❏"/>
              <a:defRPr sz="1600"/>
            </a:lvl4pPr>
            <a:lvl5pPr marL="2286000" lvl="4" indent="-330200" rtl="0">
              <a:spcBef>
                <a:spcPts val="600"/>
              </a:spcBef>
              <a:spcAft>
                <a:spcPts val="0"/>
              </a:spcAft>
              <a:buSzPts val="1600"/>
              <a:buChar char="❏"/>
              <a:defRPr sz="1600"/>
            </a:lvl5pPr>
            <a:lvl6pPr marL="2743200" lvl="5" indent="-330200" rtl="0">
              <a:spcBef>
                <a:spcPts val="600"/>
              </a:spcBef>
              <a:spcAft>
                <a:spcPts val="0"/>
              </a:spcAft>
              <a:buSzPts val="1600"/>
              <a:buChar char="❏"/>
              <a:defRPr sz="1600"/>
            </a:lvl6pPr>
            <a:lvl7pPr marL="3200400" lvl="6" indent="-330200" rtl="0">
              <a:spcBef>
                <a:spcPts val="600"/>
              </a:spcBef>
              <a:spcAft>
                <a:spcPts val="0"/>
              </a:spcAft>
              <a:buSzPts val="1600"/>
              <a:buChar char="❏"/>
              <a:defRPr sz="1600"/>
            </a:lvl7pPr>
            <a:lvl8pPr marL="3657600" lvl="7" indent="-330200" rtl="0">
              <a:spcBef>
                <a:spcPts val="600"/>
              </a:spcBef>
              <a:spcAft>
                <a:spcPts val="0"/>
              </a:spcAft>
              <a:buSzPts val="1600"/>
              <a:buChar char="❏"/>
              <a:defRPr sz="1600"/>
            </a:lvl8pPr>
            <a:lvl9pPr marL="4114800" lvl="8" indent="-330200" rtl="0">
              <a:spcBef>
                <a:spcPts val="600"/>
              </a:spcBef>
              <a:spcAft>
                <a:spcPts val="0"/>
              </a:spcAft>
              <a:buSzPts val="1600"/>
              <a:buChar char="❏"/>
              <a:defRPr sz="1600"/>
            </a:lvl9pPr>
          </a:lstStyle>
          <a:p>
            <a:endParaRPr/>
          </a:p>
        </p:txBody>
      </p:sp>
      <p:sp>
        <p:nvSpPr>
          <p:cNvPr id="201" name="Google Shape;201;p7"/>
          <p:cNvSpPr txBox="1">
            <a:spLocks noGrp="1"/>
          </p:cNvSpPr>
          <p:nvPr>
            <p:ph type="body" idx="2"/>
          </p:nvPr>
        </p:nvSpPr>
        <p:spPr>
          <a:xfrm>
            <a:off x="3376062" y="1524375"/>
            <a:ext cx="2327700" cy="307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spcBef>
                <a:spcPts val="600"/>
              </a:spcBef>
              <a:spcAft>
                <a:spcPts val="0"/>
              </a:spcAft>
              <a:buSzPts val="1600"/>
              <a:buChar char="❑"/>
              <a:defRPr sz="1600"/>
            </a:lvl1pPr>
            <a:lvl2pPr marL="914400" lvl="1" indent="-330200" rtl="0">
              <a:spcBef>
                <a:spcPts val="600"/>
              </a:spcBef>
              <a:spcAft>
                <a:spcPts val="0"/>
              </a:spcAft>
              <a:buSzPts val="1600"/>
              <a:buChar char="❏"/>
              <a:defRPr sz="1600"/>
            </a:lvl2pPr>
            <a:lvl3pPr marL="1371600" lvl="2" indent="-330200" rtl="0">
              <a:spcBef>
                <a:spcPts val="600"/>
              </a:spcBef>
              <a:spcAft>
                <a:spcPts val="0"/>
              </a:spcAft>
              <a:buSzPts val="1600"/>
              <a:buChar char="❏"/>
              <a:defRPr sz="1600"/>
            </a:lvl3pPr>
            <a:lvl4pPr marL="1828800" lvl="3" indent="-330200" rtl="0">
              <a:spcBef>
                <a:spcPts val="600"/>
              </a:spcBef>
              <a:spcAft>
                <a:spcPts val="0"/>
              </a:spcAft>
              <a:buSzPts val="1600"/>
              <a:buChar char="❏"/>
              <a:defRPr sz="1600"/>
            </a:lvl4pPr>
            <a:lvl5pPr marL="2286000" lvl="4" indent="-330200" rtl="0">
              <a:spcBef>
                <a:spcPts val="600"/>
              </a:spcBef>
              <a:spcAft>
                <a:spcPts val="0"/>
              </a:spcAft>
              <a:buSzPts val="1600"/>
              <a:buChar char="❏"/>
              <a:defRPr sz="1600"/>
            </a:lvl5pPr>
            <a:lvl6pPr marL="2743200" lvl="5" indent="-330200" rtl="0">
              <a:spcBef>
                <a:spcPts val="600"/>
              </a:spcBef>
              <a:spcAft>
                <a:spcPts val="0"/>
              </a:spcAft>
              <a:buSzPts val="1600"/>
              <a:buChar char="❏"/>
              <a:defRPr sz="1600"/>
            </a:lvl6pPr>
            <a:lvl7pPr marL="3200400" lvl="6" indent="-330200" rtl="0">
              <a:spcBef>
                <a:spcPts val="600"/>
              </a:spcBef>
              <a:spcAft>
                <a:spcPts val="0"/>
              </a:spcAft>
              <a:buSzPts val="1600"/>
              <a:buChar char="❏"/>
              <a:defRPr sz="1600"/>
            </a:lvl7pPr>
            <a:lvl8pPr marL="3657600" lvl="7" indent="-330200" rtl="0">
              <a:spcBef>
                <a:spcPts val="600"/>
              </a:spcBef>
              <a:spcAft>
                <a:spcPts val="0"/>
              </a:spcAft>
              <a:buSzPts val="1600"/>
              <a:buChar char="❏"/>
              <a:defRPr sz="1600"/>
            </a:lvl8pPr>
            <a:lvl9pPr marL="4114800" lvl="8" indent="-330200" rtl="0">
              <a:spcBef>
                <a:spcPts val="600"/>
              </a:spcBef>
              <a:spcAft>
                <a:spcPts val="0"/>
              </a:spcAft>
              <a:buSzPts val="1600"/>
              <a:buChar char="❏"/>
              <a:defRPr sz="1600"/>
            </a:lvl9pPr>
          </a:lstStyle>
          <a:p>
            <a:endParaRPr/>
          </a:p>
        </p:txBody>
      </p:sp>
      <p:sp>
        <p:nvSpPr>
          <p:cNvPr id="202" name="Google Shape;202;p7"/>
          <p:cNvSpPr txBox="1">
            <a:spLocks noGrp="1"/>
          </p:cNvSpPr>
          <p:nvPr>
            <p:ph type="body" idx="3"/>
          </p:nvPr>
        </p:nvSpPr>
        <p:spPr>
          <a:xfrm>
            <a:off x="5975674" y="1524375"/>
            <a:ext cx="2327700" cy="307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spcBef>
                <a:spcPts val="600"/>
              </a:spcBef>
              <a:spcAft>
                <a:spcPts val="0"/>
              </a:spcAft>
              <a:buSzPts val="1600"/>
              <a:buChar char="❑"/>
              <a:defRPr sz="1600"/>
            </a:lvl1pPr>
            <a:lvl2pPr marL="914400" lvl="1" indent="-330200" rtl="0">
              <a:spcBef>
                <a:spcPts val="600"/>
              </a:spcBef>
              <a:spcAft>
                <a:spcPts val="0"/>
              </a:spcAft>
              <a:buSzPts val="1600"/>
              <a:buChar char="❏"/>
              <a:defRPr sz="1600"/>
            </a:lvl2pPr>
            <a:lvl3pPr marL="1371600" lvl="2" indent="-330200" rtl="0">
              <a:spcBef>
                <a:spcPts val="600"/>
              </a:spcBef>
              <a:spcAft>
                <a:spcPts val="0"/>
              </a:spcAft>
              <a:buSzPts val="1600"/>
              <a:buChar char="❏"/>
              <a:defRPr sz="1600"/>
            </a:lvl3pPr>
            <a:lvl4pPr marL="1828800" lvl="3" indent="-330200" rtl="0">
              <a:spcBef>
                <a:spcPts val="600"/>
              </a:spcBef>
              <a:spcAft>
                <a:spcPts val="0"/>
              </a:spcAft>
              <a:buSzPts val="1600"/>
              <a:buChar char="❏"/>
              <a:defRPr sz="1600"/>
            </a:lvl4pPr>
            <a:lvl5pPr marL="2286000" lvl="4" indent="-330200" rtl="0">
              <a:spcBef>
                <a:spcPts val="600"/>
              </a:spcBef>
              <a:spcAft>
                <a:spcPts val="0"/>
              </a:spcAft>
              <a:buSzPts val="1600"/>
              <a:buChar char="❏"/>
              <a:defRPr sz="1600"/>
            </a:lvl5pPr>
            <a:lvl6pPr marL="2743200" lvl="5" indent="-330200" rtl="0">
              <a:spcBef>
                <a:spcPts val="600"/>
              </a:spcBef>
              <a:spcAft>
                <a:spcPts val="0"/>
              </a:spcAft>
              <a:buSzPts val="1600"/>
              <a:buChar char="❏"/>
              <a:defRPr sz="1600"/>
            </a:lvl6pPr>
            <a:lvl7pPr marL="3200400" lvl="6" indent="-330200" rtl="0">
              <a:spcBef>
                <a:spcPts val="600"/>
              </a:spcBef>
              <a:spcAft>
                <a:spcPts val="0"/>
              </a:spcAft>
              <a:buSzPts val="1600"/>
              <a:buChar char="❏"/>
              <a:defRPr sz="1600"/>
            </a:lvl7pPr>
            <a:lvl8pPr marL="3657600" lvl="7" indent="-330200" rtl="0">
              <a:spcBef>
                <a:spcPts val="600"/>
              </a:spcBef>
              <a:spcAft>
                <a:spcPts val="0"/>
              </a:spcAft>
              <a:buSzPts val="1600"/>
              <a:buChar char="❏"/>
              <a:defRPr sz="1600"/>
            </a:lvl8pPr>
            <a:lvl9pPr marL="4114800" lvl="8" indent="-330200" rtl="0">
              <a:spcBef>
                <a:spcPts val="600"/>
              </a:spcBef>
              <a:spcAft>
                <a:spcPts val="0"/>
              </a:spcAft>
              <a:buSzPts val="1600"/>
              <a:buChar char="❏"/>
              <a:defRPr sz="1600"/>
            </a:lvl9pPr>
          </a:lstStyle>
          <a:p>
            <a:endParaRPr/>
          </a:p>
        </p:txBody>
      </p:sp>
      <p:sp>
        <p:nvSpPr>
          <p:cNvPr id="203" name="Google Shape;203;p7"/>
          <p:cNvSpPr txBox="1">
            <a:spLocks noGrp="1"/>
          </p:cNvSpPr>
          <p:nvPr>
            <p:ph type="sldNum" idx="12"/>
          </p:nvPr>
        </p:nvSpPr>
        <p:spPr>
          <a:xfrm>
            <a:off x="8729400" y="4734075"/>
            <a:ext cx="414600" cy="409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3" name="Google Shape;233;p9"/>
          <p:cNvGrpSpPr/>
          <p:nvPr/>
        </p:nvGrpSpPr>
        <p:grpSpPr>
          <a:xfrm flipH="1">
            <a:off x="4363774" y="-3213"/>
            <a:ext cx="4780226" cy="2116171"/>
            <a:chOff x="0" y="0"/>
            <a:chExt cx="5072935" cy="2245751"/>
          </a:xfrm>
        </p:grpSpPr>
        <p:pic>
          <p:nvPicPr>
            <p:cNvPr id="234" name="Google Shape;234;p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0" y="1693130"/>
              <a:ext cx="845548" cy="5526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5" name="Google Shape;235;p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422766" y="1270348"/>
              <a:ext cx="845548" cy="55262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36" name="Google Shape;236;p9"/>
            <p:cNvGrpSpPr/>
            <p:nvPr/>
          </p:nvGrpSpPr>
          <p:grpSpPr>
            <a:xfrm>
              <a:off x="0" y="846565"/>
              <a:ext cx="3381962" cy="552621"/>
              <a:chOff x="0" y="0"/>
              <a:chExt cx="5487525" cy="896675"/>
            </a:xfrm>
          </p:grpSpPr>
          <p:pic>
            <p:nvPicPr>
              <p:cNvPr id="237" name="Google Shape;237;p9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38" name="Google Shape;238;p9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39" name="Google Shape;239;p9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40" name="Google Shape;240;p9"/>
            <p:cNvGrpSpPr/>
            <p:nvPr/>
          </p:nvGrpSpPr>
          <p:grpSpPr>
            <a:xfrm>
              <a:off x="422766" y="423783"/>
              <a:ext cx="4650168" cy="552621"/>
              <a:chOff x="0" y="0"/>
              <a:chExt cx="7545300" cy="896675"/>
            </a:xfrm>
          </p:grpSpPr>
          <p:pic>
            <p:nvPicPr>
              <p:cNvPr id="241" name="Google Shape;241;p9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2" name="Google Shape;242;p9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3" name="Google Shape;243;p9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4" name="Google Shape;244;p9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617332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45" name="Google Shape;245;p9"/>
            <p:cNvGrpSpPr/>
            <p:nvPr/>
          </p:nvGrpSpPr>
          <p:grpSpPr>
            <a:xfrm>
              <a:off x="0" y="0"/>
              <a:ext cx="4650168" cy="552621"/>
              <a:chOff x="0" y="0"/>
              <a:chExt cx="7545300" cy="896675"/>
            </a:xfrm>
          </p:grpSpPr>
          <p:pic>
            <p:nvPicPr>
              <p:cNvPr id="246" name="Google Shape;246;p9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7" name="Google Shape;247;p9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8" name="Google Shape;248;p9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9" name="Google Shape;249;p9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617332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250" name="Google Shape;250;p9"/>
          <p:cNvGrpSpPr/>
          <p:nvPr/>
        </p:nvGrpSpPr>
        <p:grpSpPr>
          <a:xfrm flipH="1">
            <a:off x="6" y="3953174"/>
            <a:ext cx="2390164" cy="1318453"/>
            <a:chOff x="6607482" y="3879952"/>
            <a:chExt cx="2536521" cy="1399186"/>
          </a:xfrm>
        </p:grpSpPr>
        <p:grpSp>
          <p:nvGrpSpPr>
            <p:cNvPr id="251" name="Google Shape;251;p9"/>
            <p:cNvGrpSpPr/>
            <p:nvPr/>
          </p:nvGrpSpPr>
          <p:grpSpPr>
            <a:xfrm>
              <a:off x="6607482" y="4726517"/>
              <a:ext cx="2113755" cy="552621"/>
              <a:chOff x="2057775" y="0"/>
              <a:chExt cx="3429750" cy="896675"/>
            </a:xfrm>
          </p:grpSpPr>
          <p:pic>
            <p:nvPicPr>
              <p:cNvPr id="252" name="Google Shape;252;p9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53" name="Google Shape;253;p9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54" name="Google Shape;254;p9"/>
            <p:cNvGrpSpPr/>
            <p:nvPr/>
          </p:nvGrpSpPr>
          <p:grpSpPr>
            <a:xfrm>
              <a:off x="7030248" y="4303735"/>
              <a:ext cx="2113755" cy="552621"/>
              <a:chOff x="2057775" y="0"/>
              <a:chExt cx="3429750" cy="896675"/>
            </a:xfrm>
          </p:grpSpPr>
          <p:pic>
            <p:nvPicPr>
              <p:cNvPr id="255" name="Google Shape;255;p9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56" name="Google Shape;256;p9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57" name="Google Shape;257;p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875688" y="3879952"/>
              <a:ext cx="845548" cy="5526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8" name="Google Shape;258;p9"/>
          <p:cNvSpPr txBox="1">
            <a:spLocks noGrp="1"/>
          </p:cNvSpPr>
          <p:nvPr>
            <p:ph type="body" idx="1"/>
          </p:nvPr>
        </p:nvSpPr>
        <p:spPr>
          <a:xfrm>
            <a:off x="1288075" y="3945179"/>
            <a:ext cx="6483900" cy="51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>
            <a:endParaRPr/>
          </a:p>
        </p:txBody>
      </p:sp>
      <p:sp>
        <p:nvSpPr>
          <p:cNvPr id="259" name="Google Shape;259;p9"/>
          <p:cNvSpPr txBox="1">
            <a:spLocks noGrp="1"/>
          </p:cNvSpPr>
          <p:nvPr>
            <p:ph type="sldNum" idx="12"/>
          </p:nvPr>
        </p:nvSpPr>
        <p:spPr>
          <a:xfrm>
            <a:off x="8729400" y="4734075"/>
            <a:ext cx="414600" cy="409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gradFill>
          <a:gsLst>
            <a:gs pos="0">
              <a:schemeClr val="lt1"/>
            </a:gs>
            <a:gs pos="44000">
              <a:schemeClr val="lt2"/>
            </a:gs>
            <a:gs pos="72000">
              <a:schemeClr val="lt2"/>
            </a:gs>
            <a:gs pos="100000">
              <a:srgbClr val="D0D8E5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76450" y="402700"/>
            <a:ext cx="3587400" cy="8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76450" y="1524375"/>
            <a:ext cx="7591200" cy="29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Montserrat Light"/>
              <a:buChar char="❑"/>
              <a:defRPr sz="20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lvl="1" indent="-35560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Montserrat Light"/>
              <a:buChar char="❏"/>
              <a:defRPr sz="20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lvl="2" indent="-35560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Montserrat Light"/>
              <a:buChar char="❏"/>
              <a:defRPr sz="20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lvl="3" indent="-35560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Montserrat Light"/>
              <a:buChar char="❏"/>
              <a:defRPr sz="20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lvl="4" indent="-35560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Montserrat Light"/>
              <a:buChar char="❏"/>
              <a:defRPr sz="20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lvl="5" indent="-35560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Montserrat Light"/>
              <a:buChar char="❏"/>
              <a:defRPr sz="20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lvl="6" indent="-35560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Montserrat Light"/>
              <a:buChar char="❏"/>
              <a:defRPr sz="20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lvl="7" indent="-35560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Montserrat Light"/>
              <a:buChar char="❏"/>
              <a:defRPr sz="20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lvl="8" indent="-35560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Montserrat Light"/>
              <a:buChar char="❏"/>
              <a:defRPr sz="20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729400" y="4734075"/>
            <a:ext cx="414600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buNone/>
              <a:defRPr sz="1300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algn="ctr">
              <a:buNone/>
              <a:defRPr sz="1300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algn="ctr">
              <a:buNone/>
              <a:defRPr sz="1300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algn="ctr">
              <a:buNone/>
              <a:defRPr sz="1300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algn="ctr">
              <a:buNone/>
              <a:defRPr sz="1300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algn="ctr">
              <a:buNone/>
              <a:defRPr sz="1300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algn="ctr">
              <a:buNone/>
              <a:defRPr sz="1300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algn="ctr">
              <a:buNone/>
              <a:defRPr sz="1300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algn="ctr">
              <a:buNone/>
              <a:defRPr sz="1300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3" r:id="rId4"/>
    <p:sldLayoutId id="2147483655" r:id="rId5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2"/>
          <p:cNvSpPr txBox="1">
            <a:spLocks noGrp="1"/>
          </p:cNvSpPr>
          <p:nvPr>
            <p:ph type="ctrTitle"/>
          </p:nvPr>
        </p:nvSpPr>
        <p:spPr>
          <a:xfrm>
            <a:off x="175962" y="1272540"/>
            <a:ext cx="4746558" cy="185581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Building (a part of) Watson</a:t>
            </a:r>
            <a:endParaRPr lang="ro-RO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1"/>
          <p:cNvSpPr txBox="1">
            <a:spLocks noGrp="1"/>
          </p:cNvSpPr>
          <p:nvPr>
            <p:ph type="sldNum" idx="12"/>
          </p:nvPr>
        </p:nvSpPr>
        <p:spPr>
          <a:xfrm>
            <a:off x="8729400" y="4734075"/>
            <a:ext cx="414600" cy="409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2" name="Google Shape;346;p17">
            <a:extLst>
              <a:ext uri="{FF2B5EF4-FFF2-40B4-BE49-F238E27FC236}">
                <a16:creationId xmlns:a16="http://schemas.microsoft.com/office/drawing/2014/main" id="{7F4C154E-DC6E-B061-C8BB-2C491036310B}"/>
              </a:ext>
            </a:extLst>
          </p:cNvPr>
          <p:cNvSpPr txBox="1">
            <a:spLocks/>
          </p:cNvSpPr>
          <p:nvPr/>
        </p:nvSpPr>
        <p:spPr>
          <a:xfrm>
            <a:off x="60960" y="1059785"/>
            <a:ext cx="5052060" cy="2041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Montserrat Light"/>
              <a:buChar char="❑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3556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Montserrat Light"/>
              <a:buChar char="❏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556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Montserrat Light"/>
              <a:buChar char="❏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556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Montserrat Light"/>
              <a:buChar char="❏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556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Montserrat Light"/>
              <a:buChar char="❏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556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Montserrat Light"/>
              <a:buChar char="❏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marR="0" lvl="6" indent="-3556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Montserrat Light"/>
              <a:buChar char="❏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marR="0" lvl="7" indent="-3556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Montserrat Light"/>
              <a:buChar char="❏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marR="0" lvl="8" indent="-3556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Montserrat Light"/>
              <a:buChar char="❏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pPr algn="just">
              <a:spcBef>
                <a:spcPts val="0"/>
              </a:spcBef>
            </a:pPr>
            <a:r>
              <a:rPr lang="ro-RO" sz="1600" b="1" err="1"/>
              <a:t>RegexTokenizer</a:t>
            </a:r>
            <a:endParaRPr lang="en-US" sz="1600" b="1"/>
          </a:p>
          <a:p>
            <a:pPr algn="just">
              <a:spcBef>
                <a:spcPts val="0"/>
              </a:spcBef>
            </a:pPr>
            <a:r>
              <a:rPr lang="ro-RO" sz="1600" b="1" err="1"/>
              <a:t>LowercaseFilter</a:t>
            </a:r>
            <a:endParaRPr lang="en-US" sz="1600" b="1"/>
          </a:p>
          <a:p>
            <a:pPr algn="just">
              <a:spcBef>
                <a:spcPts val="0"/>
              </a:spcBef>
            </a:pPr>
            <a:r>
              <a:rPr lang="ro-RO" sz="1600" b="1" err="1"/>
              <a:t>SynonymFilter</a:t>
            </a:r>
            <a:endParaRPr lang="en-US" sz="1600" b="1"/>
          </a:p>
          <a:p>
            <a:pPr algn="just">
              <a:spcBef>
                <a:spcPts val="0"/>
              </a:spcBef>
            </a:pPr>
            <a:r>
              <a:rPr lang="ro-RO" sz="1600" b="1" err="1"/>
              <a:t>Lemmatizer</a:t>
            </a:r>
            <a:endParaRPr lang="en-US" sz="1600" b="1"/>
          </a:p>
          <a:p>
            <a:pPr algn="just">
              <a:spcBef>
                <a:spcPts val="0"/>
              </a:spcBef>
            </a:pPr>
            <a:r>
              <a:rPr lang="en-US" sz="1600" b="1" err="1"/>
              <a:t>StopFilter</a:t>
            </a:r>
            <a:r>
              <a:rPr lang="en-US" sz="1600" b="1"/>
              <a:t> with a Custom Stop Words Lis</a:t>
            </a:r>
          </a:p>
          <a:p>
            <a:pPr marL="101600" indent="0" algn="just">
              <a:spcBef>
                <a:spcPts val="0"/>
              </a:spcBef>
              <a:buNone/>
            </a:pP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389521-2476-0C3B-361D-6B04D9102B4F}"/>
              </a:ext>
            </a:extLst>
          </p:cNvPr>
          <p:cNvSpPr txBox="1"/>
          <p:nvPr/>
        </p:nvSpPr>
        <p:spPr>
          <a:xfrm>
            <a:off x="266855" y="280712"/>
            <a:ext cx="36498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2000" b="1">
                <a:solidFill>
                  <a:srgbClr val="252831"/>
                </a:solidFill>
                <a:latin typeface="Poppins"/>
                <a:cs typeface="Poppins"/>
                <a:sym typeface="Poppins"/>
              </a:rPr>
              <a:t>I</a:t>
            </a:r>
            <a:r>
              <a:rPr lang="ro-RO" sz="2000" b="1">
                <a:solidFill>
                  <a:srgbClr val="252831"/>
                </a:solidFill>
                <a:latin typeface="Poppins"/>
                <a:cs typeface="Poppins"/>
                <a:sym typeface="Poppins"/>
              </a:rPr>
              <a:t>n</a:t>
            </a:r>
            <a:r>
              <a:rPr lang="en" sz="2000" b="1">
                <a:solidFill>
                  <a:srgbClr val="252831"/>
                </a:solidFill>
                <a:latin typeface="Poppins"/>
                <a:cs typeface="Poppins"/>
                <a:sym typeface="Poppins"/>
              </a:rPr>
              <a:t>dexing and retrieval</a:t>
            </a:r>
            <a:endParaRPr lang="ro-RO" sz="90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E6B6690-259B-4517-F0F6-FA9D22C06A23}"/>
                  </a:ext>
                </a:extLst>
              </p14:cNvPr>
              <p14:cNvContentPartPr/>
              <p14:nvPr/>
            </p14:nvContentPartPr>
            <p14:xfrm>
              <a:off x="8523840" y="4412400"/>
              <a:ext cx="491040" cy="1598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E6B6690-259B-4517-F0F6-FA9D22C06A2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460840" y="4349400"/>
                <a:ext cx="616680" cy="285480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D3D37967-C840-2851-3FA7-D98F886BA7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9620" y="4293700"/>
            <a:ext cx="754380" cy="51669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E5846DD-645D-7E1C-3633-AC71081618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" y="2574440"/>
            <a:ext cx="9144000" cy="757925"/>
          </a:xfrm>
          <a:prstGeom prst="rect">
            <a:avLst/>
          </a:prstGeom>
        </p:spPr>
      </p:pic>
      <p:pic>
        <p:nvPicPr>
          <p:cNvPr id="6" name="Picture 5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A80C3B8D-B6F4-5B4A-D66B-5FE48CBCE84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49560" y="3482958"/>
            <a:ext cx="5494440" cy="1660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905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1"/>
          <p:cNvSpPr txBox="1">
            <a:spLocks noGrp="1"/>
          </p:cNvSpPr>
          <p:nvPr>
            <p:ph type="sldNum" idx="12"/>
          </p:nvPr>
        </p:nvSpPr>
        <p:spPr>
          <a:xfrm>
            <a:off x="8729400" y="4734075"/>
            <a:ext cx="414600" cy="409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08F416-28AF-1D3C-1E06-704ABE0CA737}"/>
              </a:ext>
            </a:extLst>
          </p:cNvPr>
          <p:cNvSpPr txBox="1"/>
          <p:nvPr/>
        </p:nvSpPr>
        <p:spPr>
          <a:xfrm>
            <a:off x="147174" y="364258"/>
            <a:ext cx="4678680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" sz="1400" b="1">
                <a:solidFill>
                  <a:srgbClr val="252831"/>
                </a:solidFill>
                <a:latin typeface="Poppins"/>
                <a:cs typeface="Poppins"/>
                <a:sym typeface="Poppins"/>
              </a:rPr>
              <a:t>Building the search query</a:t>
            </a:r>
            <a:endParaRPr lang="ro-RO" sz="800"/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D3F6930B-2C41-13FA-2273-BE76D92BF3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16976"/>
            <a:ext cx="6637020" cy="3726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777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1"/>
          <p:cNvSpPr txBox="1">
            <a:spLocks noGrp="1"/>
          </p:cNvSpPr>
          <p:nvPr>
            <p:ph type="sldNum" idx="12"/>
          </p:nvPr>
        </p:nvSpPr>
        <p:spPr>
          <a:xfrm>
            <a:off x="8729400" y="4734075"/>
            <a:ext cx="414600" cy="409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08F416-28AF-1D3C-1E06-704ABE0CA737}"/>
              </a:ext>
            </a:extLst>
          </p:cNvPr>
          <p:cNvSpPr txBox="1"/>
          <p:nvPr/>
        </p:nvSpPr>
        <p:spPr>
          <a:xfrm>
            <a:off x="147174" y="364258"/>
            <a:ext cx="4678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2000" b="1">
                <a:solidFill>
                  <a:srgbClr val="252831"/>
                </a:solidFill>
                <a:latin typeface="Poppins"/>
                <a:cs typeface="Poppins"/>
                <a:sym typeface="Poppins"/>
              </a:rPr>
              <a:t>Measuring performance</a:t>
            </a:r>
            <a:endParaRPr lang="ro-RO" sz="10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698207-EB03-07DB-0B1B-A1A18EE1CB18}"/>
              </a:ext>
            </a:extLst>
          </p:cNvPr>
          <p:cNvSpPr txBox="1"/>
          <p:nvPr/>
        </p:nvSpPr>
        <p:spPr>
          <a:xfrm>
            <a:off x="0" y="1470859"/>
            <a:ext cx="357138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1600" err="1"/>
              <a:t>Precision</a:t>
            </a:r>
            <a:r>
              <a:rPr lang="ro-RO" sz="1600"/>
              <a:t> at 1 (P@1)</a:t>
            </a:r>
            <a:r>
              <a:rPr lang="en-US" sz="1600"/>
              <a:t> = </a:t>
            </a:r>
            <a:r>
              <a:rPr lang="ro-RO" sz="1600"/>
              <a:t>0.13</a:t>
            </a:r>
            <a:endParaRPr lang="en-US" sz="1600"/>
          </a:p>
          <a:p>
            <a:endParaRPr 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1600" err="1"/>
              <a:t>Mean</a:t>
            </a:r>
            <a:r>
              <a:rPr lang="ro-RO" sz="1600"/>
              <a:t> </a:t>
            </a:r>
            <a:r>
              <a:rPr lang="ro-RO" sz="1600" err="1"/>
              <a:t>Reciprocal</a:t>
            </a:r>
            <a:r>
              <a:rPr lang="ro-RO" sz="1600"/>
              <a:t> Rank</a:t>
            </a:r>
            <a:r>
              <a:rPr lang="en-US" sz="1600"/>
              <a:t> = </a:t>
            </a:r>
            <a:r>
              <a:rPr lang="ro-RO" sz="1600"/>
              <a:t>0.146</a:t>
            </a:r>
          </a:p>
        </p:txBody>
      </p:sp>
      <p:pic>
        <p:nvPicPr>
          <p:cNvPr id="9" name="Picture 8" descr="A graph with numbers and letters&#10;&#10;Description automatically generated">
            <a:extLst>
              <a:ext uri="{FF2B5EF4-FFF2-40B4-BE49-F238E27FC236}">
                <a16:creationId xmlns:a16="http://schemas.microsoft.com/office/drawing/2014/main" id="{D3E3B6C4-8B06-89CA-CA71-70C8804C59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1860" y="1644396"/>
            <a:ext cx="5958840" cy="3575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8009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1"/>
          <p:cNvSpPr txBox="1">
            <a:spLocks noGrp="1"/>
          </p:cNvSpPr>
          <p:nvPr>
            <p:ph type="sldNum" idx="12"/>
          </p:nvPr>
        </p:nvSpPr>
        <p:spPr>
          <a:xfrm>
            <a:off x="8729400" y="4734075"/>
            <a:ext cx="414600" cy="409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08F416-28AF-1D3C-1E06-704ABE0CA737}"/>
              </a:ext>
            </a:extLst>
          </p:cNvPr>
          <p:cNvSpPr txBox="1"/>
          <p:nvPr/>
        </p:nvSpPr>
        <p:spPr>
          <a:xfrm>
            <a:off x="139554" y="257578"/>
            <a:ext cx="4678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2000" b="1">
                <a:solidFill>
                  <a:srgbClr val="252831"/>
                </a:solidFill>
                <a:latin typeface="Poppins"/>
                <a:cs typeface="Poppins"/>
                <a:sym typeface="Poppins"/>
              </a:rPr>
              <a:t>Error Analysis</a:t>
            </a:r>
            <a:endParaRPr lang="ro-RO" sz="105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A5EFF1-7CC4-35F3-0242-D8BAC6902E65}"/>
              </a:ext>
            </a:extLst>
          </p:cNvPr>
          <p:cNvSpPr txBox="1"/>
          <p:nvPr/>
        </p:nvSpPr>
        <p:spPr>
          <a:xfrm>
            <a:off x="381000" y="1125200"/>
            <a:ext cx="719328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>
                <a:solidFill>
                  <a:schemeClr val="tx1"/>
                </a:solidFill>
                <a:effectLst/>
                <a:latin typeface="+mj-lt"/>
              </a:rPr>
              <a:t>Performance Summary:</a:t>
            </a:r>
            <a:endParaRPr lang="en-US" b="0" i="0">
              <a:solidFill>
                <a:schemeClr val="tx1"/>
              </a:solidFill>
              <a:effectLst/>
              <a:latin typeface="+mj-lt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>
                <a:solidFill>
                  <a:schemeClr val="tx1"/>
                </a:solidFill>
                <a:effectLst/>
                <a:latin typeface="+mj-lt"/>
              </a:rPr>
              <a:t>Correct Answers: 19</a:t>
            </a:r>
          </a:p>
          <a:p>
            <a:pPr marL="457200" lvl="1" algn="l"/>
            <a:endParaRPr lang="en-US" b="0" i="0">
              <a:solidFill>
                <a:schemeClr val="tx1"/>
              </a:solidFill>
              <a:effectLst/>
              <a:latin typeface="+mj-lt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>
                <a:solidFill>
                  <a:schemeClr val="tx1"/>
                </a:solidFill>
                <a:effectLst/>
                <a:latin typeface="+mj-lt"/>
              </a:rPr>
              <a:t>Success Factors for Correct Answers:</a:t>
            </a:r>
            <a:endParaRPr lang="en-US" b="0" i="0">
              <a:solidFill>
                <a:schemeClr val="tx1"/>
              </a:solidFill>
              <a:effectLst/>
              <a:latin typeface="+mj-lt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>
                <a:solidFill>
                  <a:schemeClr val="tx1"/>
                </a:solidFill>
                <a:effectLst/>
                <a:latin typeface="+mj-lt"/>
              </a:rPr>
              <a:t>Direct Matching: Keywords/synonyms match directly with Wikipedia titles/content.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>
                <a:solidFill>
                  <a:schemeClr val="tx1"/>
                </a:solidFill>
                <a:effectLst/>
                <a:latin typeface="+mj-lt"/>
              </a:rPr>
              <a:t>Distinctiveness of Keywords: Unique keywords reduce ambiguity in queries.</a:t>
            </a:r>
          </a:p>
          <a:p>
            <a:pPr marL="457200" lvl="1" algn="l"/>
            <a:endParaRPr lang="en-US" b="0" i="0">
              <a:solidFill>
                <a:schemeClr val="tx1"/>
              </a:solidFill>
              <a:effectLst/>
              <a:latin typeface="+mj-lt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>
                <a:solidFill>
                  <a:schemeClr val="tx1"/>
                </a:solidFill>
                <a:effectLst/>
                <a:latin typeface="+mj-lt"/>
              </a:rPr>
              <a:t>Observed Error Categories:</a:t>
            </a:r>
            <a:endParaRPr lang="en-US" b="0" i="0">
              <a:solidFill>
                <a:schemeClr val="tx1"/>
              </a:solidFill>
              <a:effectLst/>
              <a:latin typeface="+mj-lt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>
                <a:solidFill>
                  <a:schemeClr val="tx1"/>
                </a:solidFill>
                <a:effectLst/>
                <a:latin typeface="+mj-lt"/>
              </a:rPr>
              <a:t>Broad or Ambiguous Queries: Categories/clues too wide-ranging or vague.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>
                <a:solidFill>
                  <a:schemeClr val="tx1"/>
                </a:solidFill>
                <a:effectLst/>
                <a:latin typeface="+mj-lt"/>
              </a:rPr>
              <a:t>Specificity and Uniqueness: Lack of distinctive keywords leads to missed matches.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>
                <a:solidFill>
                  <a:schemeClr val="tx1"/>
                </a:solidFill>
                <a:effectLst/>
                <a:latin typeface="+mj-lt"/>
              </a:rPr>
              <a:t>Inadequate Contextual Understanding: System fails with synonyms and semantic variations.</a:t>
            </a:r>
          </a:p>
          <a:p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565037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1"/>
          <p:cNvSpPr txBox="1">
            <a:spLocks noGrp="1"/>
          </p:cNvSpPr>
          <p:nvPr>
            <p:ph type="sldNum" idx="12"/>
          </p:nvPr>
        </p:nvSpPr>
        <p:spPr>
          <a:xfrm>
            <a:off x="8729400" y="4734075"/>
            <a:ext cx="414600" cy="409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08F416-28AF-1D3C-1E06-704ABE0CA737}"/>
              </a:ext>
            </a:extLst>
          </p:cNvPr>
          <p:cNvSpPr txBox="1"/>
          <p:nvPr/>
        </p:nvSpPr>
        <p:spPr>
          <a:xfrm>
            <a:off x="139554" y="257578"/>
            <a:ext cx="4678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2000" b="1">
                <a:solidFill>
                  <a:srgbClr val="252831"/>
                </a:solidFill>
                <a:latin typeface="Poppins"/>
                <a:cs typeface="Poppins"/>
                <a:sym typeface="Poppins"/>
              </a:rPr>
              <a:t>Improving retrieval</a:t>
            </a:r>
            <a:endParaRPr lang="ro-RO" sz="105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BB5427-570D-CDAB-F281-57E09EC55E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0480" y="3544286"/>
            <a:ext cx="1493520" cy="157254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DB4FC13-51DE-2EDC-E1FC-669D1E611A84}"/>
              </a:ext>
            </a:extLst>
          </p:cNvPr>
          <p:cNvSpPr txBox="1"/>
          <p:nvPr/>
        </p:nvSpPr>
        <p:spPr>
          <a:xfrm>
            <a:off x="207963" y="660400"/>
            <a:ext cx="7235825" cy="418576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tx1"/>
                </a:solidFill>
              </a:rPr>
              <a:t>Overview of Improvement</a:t>
            </a:r>
            <a:r>
              <a:rPr lang="en-US">
                <a:solidFill>
                  <a:schemeClr val="tx1"/>
                </a:solidFill>
              </a:rPr>
              <a:t>:</a:t>
            </a:r>
          </a:p>
          <a:p>
            <a:pPr marL="285750" indent="-285750">
              <a:buChar char="•"/>
            </a:pPr>
            <a:r>
              <a:rPr lang="en-US">
                <a:solidFill>
                  <a:schemeClr val="tx1"/>
                </a:solidFill>
              </a:rPr>
              <a:t>Integrated ChatGPT into our existing Information Retrieval (IR) system.</a:t>
            </a:r>
          </a:p>
          <a:p>
            <a:pPr marL="285750" indent="-285750">
              <a:buChar char="•"/>
            </a:pPr>
            <a:r>
              <a:rPr lang="en-US">
                <a:solidFill>
                  <a:schemeClr val="tx1"/>
                </a:solidFill>
              </a:rPr>
              <a:t>Objective: </a:t>
            </a:r>
            <a:r>
              <a:rPr lang="en-US" err="1">
                <a:solidFill>
                  <a:schemeClr val="tx1"/>
                </a:solidFill>
              </a:rPr>
              <a:t>rerank</a:t>
            </a:r>
            <a:r>
              <a:rPr lang="en-US">
                <a:solidFill>
                  <a:schemeClr val="tx1"/>
                </a:solidFill>
              </a:rPr>
              <a:t> and refine Wikipedia page titles for improved accuracy.</a:t>
            </a:r>
          </a:p>
          <a:p>
            <a:r>
              <a:rPr lang="en-US" b="1">
                <a:solidFill>
                  <a:schemeClr val="tx1"/>
                </a:solidFill>
              </a:rPr>
              <a:t>Implementation Details:</a:t>
            </a:r>
          </a:p>
          <a:p>
            <a:pPr marL="285750" indent="-285750">
              <a:buChar char="•"/>
            </a:pPr>
            <a:r>
              <a:rPr lang="en-US">
                <a:solidFill>
                  <a:schemeClr val="tx1"/>
                </a:solidFill>
              </a:rPr>
              <a:t>Input: structured file with questions and top 10 Wikipedia titles (from existing IR or generated afresh).</a:t>
            </a:r>
          </a:p>
          <a:p>
            <a:pPr marL="285750" indent="-285750">
              <a:buChar char="•"/>
            </a:pPr>
            <a:r>
              <a:rPr lang="en-US">
                <a:solidFill>
                  <a:schemeClr val="tx1"/>
                </a:solidFill>
              </a:rPr>
              <a:t>ChatGPT Integration:</a:t>
            </a:r>
          </a:p>
          <a:p>
            <a:pPr lvl="8"/>
            <a:r>
              <a:rPr lang="en-US">
                <a:solidFill>
                  <a:schemeClr val="tx1"/>
                </a:solidFill>
              </a:rPr>
              <a:t>    Uses GPT-3.5-turbo via API.</a:t>
            </a:r>
          </a:p>
          <a:p>
            <a:pPr lvl="7"/>
            <a:r>
              <a:rPr lang="en-US">
                <a:solidFill>
                  <a:schemeClr val="tx1"/>
                </a:solidFill>
              </a:rPr>
              <a:t>    Constructs prompts with questions and existing titles.</a:t>
            </a:r>
          </a:p>
          <a:p>
            <a:pPr lvl="7"/>
            <a:r>
              <a:rPr lang="en-US">
                <a:solidFill>
                  <a:schemeClr val="tx1"/>
                </a:solidFill>
              </a:rPr>
              <a:t>    Extracts and </a:t>
            </a:r>
            <a:r>
              <a:rPr lang="en-US" err="1">
                <a:solidFill>
                  <a:schemeClr val="tx1"/>
                </a:solidFill>
              </a:rPr>
              <a:t>reranks</a:t>
            </a:r>
            <a:r>
              <a:rPr lang="en-US">
                <a:solidFill>
                  <a:schemeClr val="tx1"/>
                </a:solidFill>
              </a:rPr>
              <a:t> titles from ChatGPT's responses.</a:t>
            </a:r>
          </a:p>
          <a:p>
            <a:r>
              <a:rPr lang="en-US" b="1">
                <a:solidFill>
                  <a:schemeClr val="tx1"/>
                </a:solidFill>
              </a:rPr>
              <a:t>Performance Metrics</a:t>
            </a:r>
            <a:r>
              <a:rPr lang="en-US">
                <a:solidFill>
                  <a:schemeClr val="tx1"/>
                </a:solidFill>
              </a:rPr>
              <a:t>:</a:t>
            </a:r>
          </a:p>
          <a:p>
            <a:pPr marL="285750" indent="-285750">
              <a:buChar char="•"/>
            </a:pPr>
            <a:r>
              <a:rPr lang="en-US">
                <a:solidFill>
                  <a:schemeClr val="tx1"/>
                </a:solidFill>
              </a:rPr>
              <a:t>Top 10 Answers Coverage: Increased to 45 correct answers.</a:t>
            </a:r>
          </a:p>
          <a:p>
            <a:pPr marL="285750" indent="-285750">
              <a:buChar char="•"/>
            </a:pPr>
            <a:r>
              <a:rPr lang="en-US">
                <a:solidFill>
                  <a:schemeClr val="tx1"/>
                </a:solidFill>
              </a:rPr>
              <a:t>Precision at 1 (P@1): Improved to 0.19.</a:t>
            </a:r>
          </a:p>
          <a:p>
            <a:pPr marL="285750" indent="-285750">
              <a:buChar char="•"/>
            </a:pPr>
            <a:r>
              <a:rPr lang="en-US">
                <a:solidFill>
                  <a:schemeClr val="tx1"/>
                </a:solidFill>
              </a:rPr>
              <a:t>Mean Reciprocal Rank (MRR): Rose to approximately 0.267.</a:t>
            </a:r>
          </a:p>
          <a:p>
            <a:r>
              <a:rPr lang="en-US" b="1">
                <a:solidFill>
                  <a:schemeClr val="tx1"/>
                </a:solidFill>
              </a:rPr>
              <a:t>Comparative Analysis</a:t>
            </a:r>
            <a:r>
              <a:rPr lang="en-US">
                <a:solidFill>
                  <a:schemeClr val="tx1"/>
                </a:solidFill>
              </a:rPr>
              <a:t>:</a:t>
            </a:r>
          </a:p>
          <a:p>
            <a:pPr marL="285750" indent="-285750">
              <a:buChar char="•"/>
            </a:pPr>
            <a:r>
              <a:rPr lang="en-US">
                <a:solidFill>
                  <a:schemeClr val="tx1"/>
                </a:solidFill>
              </a:rPr>
              <a:t>Significantly higher Top 10 Coverage.</a:t>
            </a:r>
          </a:p>
          <a:p>
            <a:pPr marL="285750" indent="-285750">
              <a:buChar char="•"/>
            </a:pPr>
            <a:r>
              <a:rPr lang="en-US">
                <a:solidFill>
                  <a:schemeClr val="tx1"/>
                </a:solidFill>
              </a:rPr>
              <a:t>Increased P@1 indicating first results are more often correct.</a:t>
            </a:r>
          </a:p>
          <a:p>
            <a:pPr marL="285750" indent="-285750">
              <a:buChar char="•"/>
            </a:pPr>
            <a:r>
              <a:rPr lang="en-US">
                <a:solidFill>
                  <a:schemeClr val="tx1"/>
                </a:solidFill>
              </a:rPr>
              <a:t>Improved MRR suggesting correct answers appear higher in the list.</a:t>
            </a:r>
          </a:p>
          <a:p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0923459"/>
      </p:ext>
    </p:extLst>
  </p:cSld>
  <p:clrMapOvr>
    <a:masterClrMapping/>
  </p:clrMapOvr>
</p:sld>
</file>

<file path=ppt/theme/theme1.xml><?xml version="1.0" encoding="utf-8"?>
<a:theme xmlns:a="http://schemas.openxmlformats.org/drawingml/2006/main" name="Volsce template">
  <a:themeElements>
    <a:clrScheme name="Custom 347">
      <a:dk1>
        <a:srgbClr val="252831"/>
      </a:dk1>
      <a:lt1>
        <a:srgbClr val="FFFFFF"/>
      </a:lt1>
      <a:dk2>
        <a:srgbClr val="68728D"/>
      </a:dk2>
      <a:lt2>
        <a:srgbClr val="E9EDF3"/>
      </a:lt2>
      <a:accent1>
        <a:srgbClr val="7D89AC"/>
      </a:accent1>
      <a:accent2>
        <a:srgbClr val="728CD8"/>
      </a:accent2>
      <a:accent3>
        <a:srgbClr val="72D8D8"/>
      </a:accent3>
      <a:accent4>
        <a:srgbClr val="B1D872"/>
      </a:accent4>
      <a:accent5>
        <a:srgbClr val="F8D067"/>
      </a:accent5>
      <a:accent6>
        <a:srgbClr val="BDC3D3"/>
      </a:accent6>
      <a:hlink>
        <a:srgbClr val="7D89A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6</Slides>
  <Notes>6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Volsce template</vt:lpstr>
      <vt:lpstr>Building (a part of) Watson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DIFFIE-HELLMAN KEY EXCHANGE</dc:title>
  <cp:revision>1</cp:revision>
  <dcterms:modified xsi:type="dcterms:W3CDTF">2024-01-20T15:46:32Z</dcterms:modified>
</cp:coreProperties>
</file>